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97EF"/>
    <a:srgbClr val="ED411B"/>
    <a:srgbClr val="2DA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1935480" y="879475"/>
            <a:ext cx="8321040" cy="5099050"/>
            <a:chOff x="3048" y="1385"/>
            <a:chExt cx="13104" cy="8030"/>
          </a:xfrm>
        </p:grpSpPr>
        <p:pic>
          <p:nvPicPr>
            <p:cNvPr id="6" name="图片 5" descr="温度与水分浓度随时间变化曲线 (1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48" y="1385"/>
              <a:ext cx="13104" cy="8030"/>
            </a:xfrm>
            <a:prstGeom prst="rect">
              <a:avLst/>
            </a:prstGeom>
          </p:spPr>
        </p:pic>
        <p:cxnSp>
          <p:nvCxnSpPr>
            <p:cNvPr id="5" name="直接连接符 4"/>
            <p:cNvCxnSpPr/>
            <p:nvPr/>
          </p:nvCxnSpPr>
          <p:spPr>
            <a:xfrm flipH="1">
              <a:off x="10371" y="2050"/>
              <a:ext cx="54" cy="6417"/>
            </a:xfrm>
            <a:prstGeom prst="line">
              <a:avLst/>
            </a:prstGeom>
            <a:ln w="31750" cap="rnd">
              <a:solidFill>
                <a:srgbClr val="FF0000"/>
              </a:soli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7475" y="4483"/>
              <a:ext cx="22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rgbClr val="FF0000"/>
                  </a:solidFill>
                </a:rPr>
                <a:t>预热过程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420" y="4483"/>
              <a:ext cx="22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rgbClr val="FF0000"/>
                  </a:solidFill>
                </a:rPr>
                <a:t>烘干过程</a:t>
              </a:r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贾鑫洋</cp:lastModifiedBy>
  <cp:revision>11</cp:revision>
  <dcterms:created xsi:type="dcterms:W3CDTF">2023-08-09T12:44:00Z</dcterms:created>
  <dcterms:modified xsi:type="dcterms:W3CDTF">2026-09-12T01:35:24Z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0B222E877DA2421CB8C34EC7B17757F6_12</vt:lpwstr>
  </property>
</Properties>
</file>