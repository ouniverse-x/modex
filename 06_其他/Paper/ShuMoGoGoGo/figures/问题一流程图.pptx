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316482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7" userDrawn="1">
          <p15:clr>
            <a:srgbClr val="A4A3A4"/>
          </p15:clr>
        </p15:guide>
        <p15:guide id="2" pos="41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7"/>
        <p:guide pos="419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94492" y="914400"/>
            <a:ext cx="10581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294492" y="3560400"/>
            <a:ext cx="10581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56964" y="608400"/>
            <a:ext cx="11844792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56964" y="1490400"/>
            <a:ext cx="11844792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49711" y="3848400"/>
            <a:ext cx="8388927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149711" y="4615200"/>
            <a:ext cx="8388927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56964" y="608400"/>
            <a:ext cx="11844792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56964" y="1501200"/>
            <a:ext cx="5590027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23392" y="1501200"/>
            <a:ext cx="5590027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56964" y="608400"/>
            <a:ext cx="11844792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56964" y="1429200"/>
            <a:ext cx="5768845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56964" y="1854000"/>
            <a:ext cx="5768845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733505" y="1421729"/>
            <a:ext cx="5768845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733505" y="1854000"/>
            <a:ext cx="5768845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56964" y="608400"/>
            <a:ext cx="11844792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56964" y="1555200"/>
            <a:ext cx="5650796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857307" y="1555200"/>
            <a:ext cx="564445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1051770" y="914400"/>
            <a:ext cx="1127335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87390" y="914400"/>
            <a:ext cx="9901111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56964" y="774000"/>
            <a:ext cx="1184868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94492" y="2484000"/>
            <a:ext cx="10581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294492" y="3560400"/>
            <a:ext cx="10581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56964" y="608400"/>
            <a:ext cx="11844792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56964" y="1490400"/>
            <a:ext cx="11844792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60852" y="6314400"/>
            <a:ext cx="2915522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444551" y="6314400"/>
            <a:ext cx="4276098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9586235" y="6314400"/>
            <a:ext cx="2915522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02565" y="1666240"/>
            <a:ext cx="12717145" cy="3236595"/>
            <a:chOff x="319" y="2624"/>
            <a:chExt cx="20027" cy="5097"/>
          </a:xfrm>
        </p:grpSpPr>
        <p:cxnSp>
          <p:nvCxnSpPr>
            <p:cNvPr id="21" name="直接箭头连接符 20"/>
            <p:cNvCxnSpPr/>
            <p:nvPr/>
          </p:nvCxnSpPr>
          <p:spPr>
            <a:xfrm>
              <a:off x="11665" y="4702"/>
              <a:ext cx="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3881" y="3611"/>
              <a:ext cx="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: 圆角 23"/>
            <p:cNvSpPr/>
            <p:nvPr/>
          </p:nvSpPr>
          <p:spPr>
            <a:xfrm>
              <a:off x="349" y="3120"/>
              <a:ext cx="3532" cy="1041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E6F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圆柱几何与初始条件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3800" y="5275"/>
              <a:ext cx="681" cy="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flipV="1">
              <a:off x="7362" y="4702"/>
              <a:ext cx="1118" cy="5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4481" y="4754"/>
              <a:ext cx="2311" cy="95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边界数据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插值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8452" y="4374"/>
              <a:ext cx="3208" cy="6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非稳态热传导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方程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319" y="3611"/>
                  <a:ext cx="1952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" y="3611"/>
                  <a:ext cx="1952" cy="58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组合 39"/>
            <p:cNvGrpSpPr/>
            <p:nvPr/>
          </p:nvGrpSpPr>
          <p:grpSpPr>
            <a:xfrm>
              <a:off x="1213" y="4754"/>
              <a:ext cx="2587" cy="1041"/>
              <a:chOff x="1462" y="7594"/>
              <a:chExt cx="2587" cy="1041"/>
            </a:xfrm>
          </p:grpSpPr>
          <p:sp>
            <p:nvSpPr>
              <p:cNvPr id="20" name="矩形: 圆角 23"/>
              <p:cNvSpPr/>
              <p:nvPr/>
            </p:nvSpPr>
            <p:spPr>
              <a:xfrm>
                <a:off x="1462" y="7594"/>
                <a:ext cx="2587" cy="1041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99E6F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烘房时序数据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algn="ctr"/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1663" y="8055"/>
                    <a:ext cx="1868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33" name="文本框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3" y="8055"/>
                    <a:ext cx="1868" cy="580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组合 41"/>
            <p:cNvGrpSpPr/>
            <p:nvPr/>
          </p:nvGrpSpPr>
          <p:grpSpPr>
            <a:xfrm>
              <a:off x="2904" y="6212"/>
              <a:ext cx="3888" cy="1041"/>
              <a:chOff x="2082" y="9052"/>
              <a:chExt cx="3888" cy="1041"/>
            </a:xfrm>
          </p:grpSpPr>
          <p:sp>
            <p:nvSpPr>
              <p:cNvPr id="35" name="矩形: 圆角 23"/>
              <p:cNvSpPr/>
              <p:nvPr/>
            </p:nvSpPr>
            <p:spPr>
              <a:xfrm>
                <a:off x="2082" y="9052"/>
                <a:ext cx="3888" cy="1041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99E6F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物性与传递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参数</a:t>
                </a:r>
                <a:endPara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文本框 35"/>
                  <p:cNvSpPr txBox="1"/>
                  <p:nvPr/>
                </p:nvSpPr>
                <p:spPr>
                  <a:xfrm>
                    <a:off x="2430" y="9523"/>
                    <a:ext cx="3082" cy="570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𝜌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 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 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 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 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36" name="文本框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0" y="9523"/>
                    <a:ext cx="3082" cy="570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1" name="矩形 40"/>
            <p:cNvSpPr/>
            <p:nvPr/>
          </p:nvSpPr>
          <p:spPr>
            <a:xfrm>
              <a:off x="4481" y="3204"/>
              <a:ext cx="2311" cy="95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一维径向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假设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箭头连接符 43"/>
            <p:cNvCxnSpPr/>
            <p:nvPr/>
          </p:nvCxnSpPr>
          <p:spPr>
            <a:xfrm>
              <a:off x="7362" y="5248"/>
              <a:ext cx="1079" cy="50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/>
          </p:nvSpPr>
          <p:spPr>
            <a:xfrm>
              <a:off x="8457" y="5337"/>
              <a:ext cx="3208" cy="6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非稳态水分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扩散方程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>
            <a:xfrm>
              <a:off x="11681" y="5688"/>
              <a:ext cx="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12265" y="4374"/>
              <a:ext cx="3208" cy="6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温度场离散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求解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2265" y="5398"/>
              <a:ext cx="3208" cy="6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水分场迭代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求解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右中括号 70"/>
            <p:cNvSpPr/>
            <p:nvPr/>
          </p:nvSpPr>
          <p:spPr>
            <a:xfrm>
              <a:off x="15462" y="4702"/>
              <a:ext cx="268" cy="1055"/>
            </a:xfrm>
            <a:prstGeom prst="rightBracket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箭头连接符 49"/>
            <p:cNvCxnSpPr/>
            <p:nvPr/>
          </p:nvCxnSpPr>
          <p:spPr>
            <a:xfrm flipV="1">
              <a:off x="15718" y="5240"/>
              <a:ext cx="528" cy="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: 圆角 23"/>
            <p:cNvSpPr/>
            <p:nvPr/>
          </p:nvSpPr>
          <p:spPr>
            <a:xfrm>
              <a:off x="16246" y="4702"/>
              <a:ext cx="4100" cy="1041"/>
            </a:xfrm>
            <a:prstGeom prst="roundRect">
              <a:avLst>
                <a:gd name="adj" fmla="val 50000"/>
              </a:avLst>
            </a:prstGeom>
            <a:solidFill>
              <a:srgbClr val="99E6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温度分布含水率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分布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本框 55"/>
                <p:cNvSpPr txBox="1"/>
                <p:nvPr/>
              </p:nvSpPr>
              <p:spPr>
                <a:xfrm>
                  <a:off x="16876" y="5172"/>
                  <a:ext cx="2805" cy="69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  <a:p>
                  <a:pPr algn="l"/>
                  <a:endParaRPr lang="zh-CN" altLang="en-US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6" name="文本框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76" y="5172"/>
                  <a:ext cx="2805" cy="69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接连接符 1"/>
            <p:cNvCxnSpPr/>
            <p:nvPr/>
          </p:nvCxnSpPr>
          <p:spPr>
            <a:xfrm>
              <a:off x="6792" y="5244"/>
              <a:ext cx="557" cy="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弧形 5"/>
            <p:cNvSpPr/>
            <p:nvPr/>
          </p:nvSpPr>
          <p:spPr>
            <a:xfrm>
              <a:off x="6255" y="3703"/>
              <a:ext cx="1118" cy="4018"/>
            </a:xfrm>
            <a:prstGeom prst="arc">
              <a:avLst>
                <a:gd name="adj1" fmla="val 16200000"/>
                <a:gd name="adj2" fmla="val 1939109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弧形 9"/>
            <p:cNvSpPr/>
            <p:nvPr/>
          </p:nvSpPr>
          <p:spPr>
            <a:xfrm flipV="1">
              <a:off x="6245" y="2624"/>
              <a:ext cx="1118" cy="4190"/>
            </a:xfrm>
            <a:prstGeom prst="arc">
              <a:avLst>
                <a:gd name="adj1" fmla="val 16200000"/>
                <a:gd name="adj2" fmla="val 1939109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WPS 演示</Application>
  <PresentationFormat>宽屏</PresentationFormat>
  <Paragraphs>33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Times New Roman</vt:lpstr>
      <vt:lpstr>Cambria Math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贾鑫洋</cp:lastModifiedBy>
  <cp:revision>159</cp:revision>
  <dcterms:created xsi:type="dcterms:W3CDTF">2019-06-19T02:08:00Z</dcterms:created>
  <dcterms:modified xsi:type="dcterms:W3CDTF">2026-09-12T01:41:55Z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B35C75F7615A49FAAC8ECB39048B6F7E_11</vt:lpwstr>
  </property>
</Properties>
</file>