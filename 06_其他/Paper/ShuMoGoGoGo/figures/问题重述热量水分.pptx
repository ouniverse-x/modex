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238500" y="1675765"/>
            <a:ext cx="5594350" cy="4244340"/>
            <a:chOff x="5100" y="2639"/>
            <a:chExt cx="8810" cy="6684"/>
          </a:xfrm>
        </p:grpSpPr>
        <p:grpSp>
          <p:nvGrpSpPr>
            <p:cNvPr id="29" name="组合 28"/>
            <p:cNvGrpSpPr/>
            <p:nvPr/>
          </p:nvGrpSpPr>
          <p:grpSpPr>
            <a:xfrm>
              <a:off x="6159" y="2639"/>
              <a:ext cx="6542" cy="6684"/>
              <a:chOff x="5786" y="2052"/>
              <a:chExt cx="6542" cy="6684"/>
            </a:xfrm>
          </p:grpSpPr>
          <p:pic>
            <p:nvPicPr>
              <p:cNvPr id="4" name="图片 3" descr="f7e6602e-bc04-431d-97ba-551e925dc21b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b="5212"/>
              <a:stretch>
                <a:fillRect/>
              </a:stretch>
            </p:blipFill>
            <p:spPr>
              <a:xfrm>
                <a:off x="5786" y="2052"/>
                <a:ext cx="6542" cy="6201"/>
              </a:xfrm>
              <a:prstGeom prst="rect">
                <a:avLst/>
              </a:prstGeom>
            </p:spPr>
          </p:pic>
          <p:cxnSp>
            <p:nvCxnSpPr>
              <p:cNvPr id="72" name="直接箭头连接符 71"/>
              <p:cNvCxnSpPr/>
              <p:nvPr/>
            </p:nvCxnSpPr>
            <p:spPr>
              <a:xfrm>
                <a:off x="7937" y="3056"/>
                <a:ext cx="324" cy="546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/>
              <p:cNvCxnSpPr/>
              <p:nvPr/>
            </p:nvCxnSpPr>
            <p:spPr>
              <a:xfrm>
                <a:off x="7265" y="3602"/>
                <a:ext cx="460" cy="452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/>
              <p:cNvCxnSpPr/>
              <p:nvPr/>
            </p:nvCxnSpPr>
            <p:spPr>
              <a:xfrm>
                <a:off x="6817" y="4216"/>
                <a:ext cx="680" cy="29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H="1">
                <a:off x="9753" y="3072"/>
                <a:ext cx="392" cy="56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/>
            </p:nvCxnSpPr>
            <p:spPr>
              <a:xfrm flipH="1">
                <a:off x="10377" y="3600"/>
                <a:ext cx="480" cy="454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H="1">
                <a:off x="10649" y="4216"/>
                <a:ext cx="648" cy="294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H="1">
                <a:off x="9043" y="4138"/>
                <a:ext cx="5" cy="472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>
                <a:off x="8369" y="4341"/>
                <a:ext cx="227" cy="381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H="1">
                <a:off x="9462" y="4341"/>
                <a:ext cx="213" cy="36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8193" y="2929"/>
                <a:ext cx="194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solidFill>
                      <a:srgbClr val="FF0000"/>
                    </a:solidFill>
                  </a:rPr>
                  <a:t>非稳态导热</a:t>
                </a:r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8" name="直接箭头连接符 17"/>
              <p:cNvCxnSpPr/>
              <p:nvPr/>
            </p:nvCxnSpPr>
            <p:spPr>
              <a:xfrm flipH="1">
                <a:off x="8261" y="5751"/>
                <a:ext cx="268" cy="42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H="1">
                <a:off x="9042" y="5978"/>
                <a:ext cx="12" cy="463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9567" y="5746"/>
                <a:ext cx="244" cy="394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H="1">
                <a:off x="6973" y="6236"/>
                <a:ext cx="524" cy="30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 flipH="1">
                <a:off x="7355" y="6536"/>
                <a:ext cx="462" cy="55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flipH="1">
                <a:off x="7943" y="6879"/>
                <a:ext cx="318" cy="62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9803" y="6879"/>
                <a:ext cx="333" cy="56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10393" y="6460"/>
                <a:ext cx="429" cy="45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/>
              <p:nvPr/>
            </p:nvCxnSpPr>
            <p:spPr>
              <a:xfrm>
                <a:off x="10644" y="5978"/>
                <a:ext cx="627" cy="25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" name="文本框 26"/>
              <p:cNvSpPr txBox="1"/>
              <p:nvPr/>
            </p:nvSpPr>
            <p:spPr>
              <a:xfrm>
                <a:off x="7943" y="7253"/>
                <a:ext cx="236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solidFill>
                      <a:srgbClr val="4874CB"/>
                    </a:solidFill>
                  </a:rPr>
                  <a:t>非稳态水分散失</a:t>
                </a:r>
                <a:endParaRPr lang="zh-CN" altLang="en-US" sz="1400">
                  <a:solidFill>
                    <a:srgbClr val="4874CB"/>
                  </a:solidFill>
                </a:endParaRPr>
              </a:p>
            </p:txBody>
          </p:sp>
          <p:cxnSp>
            <p:nvCxnSpPr>
              <p:cNvPr id="30" name="直接箭头连接符 29"/>
              <p:cNvCxnSpPr/>
              <p:nvPr/>
            </p:nvCxnSpPr>
            <p:spPr>
              <a:xfrm>
                <a:off x="7329" y="8444"/>
                <a:ext cx="745" cy="1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>
                <a:off x="9316" y="8465"/>
                <a:ext cx="745" cy="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8030" y="8209"/>
                <a:ext cx="906" cy="52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1400">
                    <a:solidFill>
                      <a:srgbClr val="FF0000"/>
                    </a:solidFill>
                  </a:rPr>
                  <a:t>热量</a:t>
                </a:r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0094" y="8185"/>
                <a:ext cx="906" cy="52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1400">
                    <a:solidFill>
                      <a:srgbClr val="4874CB"/>
                    </a:solidFill>
                  </a:rPr>
                  <a:t>水分</a:t>
                </a:r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2" name="图片 1" descr="79971624-c859-4171-8d2c-f2e7abd3765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000000">
              <a:off x="6052" y="2951"/>
              <a:ext cx="2100" cy="1634"/>
            </a:xfrm>
            <a:prstGeom prst="rect">
              <a:avLst/>
            </a:prstGeom>
          </p:spPr>
        </p:pic>
        <p:pic>
          <p:nvPicPr>
            <p:cNvPr id="3" name="图片 2" descr="79971624-c859-4171-8d2c-f2e7abd3765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8760000">
              <a:off x="10559" y="2885"/>
              <a:ext cx="2100" cy="163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5100" y="2696"/>
                  <a:ext cx="2998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" y="2696"/>
                  <a:ext cx="2998" cy="58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10912" y="2696"/>
                  <a:ext cx="2998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2" y="2696"/>
                  <a:ext cx="2998" cy="58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左箭头 42"/>
            <p:cNvSpPr/>
            <p:nvPr/>
          </p:nvSpPr>
          <p:spPr>
            <a:xfrm rot="18840000">
              <a:off x="6971" y="7415"/>
              <a:ext cx="517" cy="1053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左箭头 43"/>
            <p:cNvSpPr/>
            <p:nvPr/>
          </p:nvSpPr>
          <p:spPr>
            <a:xfrm rot="13320000">
              <a:off x="11421" y="7280"/>
              <a:ext cx="489" cy="1192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5192" y="8094"/>
                  <a:ext cx="2998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2" y="8094"/>
                  <a:ext cx="2998" cy="58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10750" y="8033"/>
                  <a:ext cx="2998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0" y="8033"/>
                  <a:ext cx="2998" cy="58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椭圆 46"/>
            <p:cNvSpPr/>
            <p:nvPr/>
          </p:nvSpPr>
          <p:spPr>
            <a:xfrm>
              <a:off x="9360" y="5810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48" name="对象 4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969" y="5784"/>
            <a:ext cx="475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" r:id="rId5" imgW="152400" imgH="177165" progId="Equation.KSEE3">
                    <p:embed/>
                  </p:oleObj>
                </mc:Choice>
                <mc:Fallback>
                  <p:oleObj name="" r:id="rId5" imgW="152400" imgH="177165" progId="Equation.KSEE3">
                    <p:embed/>
                    <p:pic>
                      <p:nvPicPr>
                        <p:cNvPr id="0" name="图片 20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969" y="5784"/>
                          <a:ext cx="475" cy="5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演示</Application>
  <PresentationFormat>宽屏</PresentationFormat>
  <Paragraphs>16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Equation.KSEE3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贾鑫洋</cp:lastModifiedBy>
  <cp:revision>9</cp:revision>
  <dcterms:created xsi:type="dcterms:W3CDTF">2023-08-09T12:44:00Z</dcterms:created>
  <dcterms:modified xsi:type="dcterms:W3CDTF">2026-09-12T01:42:43Z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B5B5AEBFE68E43CAA5532F670A37CAFC_12</vt:lpwstr>
  </property>
</Properties>
</file>